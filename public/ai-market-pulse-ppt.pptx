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 Pulse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582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one URL to a revenue-ready pipeline.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 Technologies  ·  Hackathon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371600" cy="73152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teams burn a week per prospect turning a website into a real go-to-market plan.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who to sell to, why they’d buy, how to reach them — by hand, per company.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read press, LinkedIn, SEC filings, competitor sites, and stitch it together in spreadsheets.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the outreach lands, the buying signal that started it is stale.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 does this work again from scratch. Nothing compounds.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URL. Get a live GTM workspace in about forty seconds.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5F1EA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ICP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2926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ideal-customer profile with named roles, buying signals, and time bounds — not vague B2B filler.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5F1EA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target accounts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0" y="4160520"/>
            <a:ext cx="2926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to twenty real companies matched to the ICP, scored on fit, timing, and priority — each with cited intel.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5F1EA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Voice-controlled workspace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41080" y="4160520"/>
            <a:ext cx="2926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Jarvis, an always-listening assistant, drives navigation, analysis, and reports — hands-free.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stages, one continuous pipeline.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188" y="32004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F1F20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3788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3788" y="4069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site, distill the business.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02356" y="4069080"/>
            <a:ext cx="182880" cy="274320"/>
          </a:xfrm>
          <a:prstGeom prst="rightArrow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12668" y="32004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F1F20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1268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Discover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41268" y="4069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real companies that fit the ICP.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99836" y="4069080"/>
            <a:ext cx="182880" cy="274320"/>
          </a:xfrm>
          <a:prstGeom prst="rightArrow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0148" y="32004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F1F20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8748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Analyze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38748" y="4069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competitors, warm pathways.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97316" y="4069080"/>
            <a:ext cx="182880" cy="274320"/>
          </a:xfrm>
          <a:prstGeom prst="rightArrow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07628" y="32004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F1F20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6228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36228" y="4069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share, dial, or run by voice.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back to a cited source. Real API, real accounts, real numbers.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screens, one continuous story.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1-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landing page with hero, tagline, and CTA — the entry point for new visitors.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Input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2-analyze-in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Website — user pastes any company URL to kick off the AI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Analysis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3-dashboard-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Analysis tab — auto-generated ICP, business overview, and account recommendations.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Segments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4-dashboard-seg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account segments — AI clusters accounts sharing common characteristics into pursuit-ready groups.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Partner Pathways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5-dashboard-partner-pathway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routing — surfaces warm-intro pathways via channel partners, integrations, or mutual connections.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Pipeline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6-dashboard-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pipeline — the full list of discovered target accounts with fit / timing / priority scores.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Leads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7-dashboard-lea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pipeline — individual stakeholders enriched from Hunter.io with roles, emails, and LinkedIn profiles.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Detail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8-account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Detail — buyer personas, competitor displacement, multi-threading stakeholder map, and cited intel per account.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Voice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09-jarvis-vo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— the always-on voice assistant that can navigate, explain, and control the workspace hands-free.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Crm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10-connect-c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CRM System — one-click sync of qualified accounts, personas, and outreach triggers into HubSpot, Salesforce, or Pipedrive.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Reports</a:t>
            </a:r>
            <a:endParaRPr lang="en-US" sz="2400" dirty="0"/>
          </a:p>
        </p:txBody>
      </p:sp>
      <p:pic>
        <p:nvPicPr>
          <p:cNvPr id="4" name="Image 0" descr="C:\Sasikumar\Micro-Sass-Project\Hackathon-2026\AI-Market-Pulse\outputs\screenshots\11-saved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Reports library — every analyzed scope preserved as a re-openable "market scope" with company + lead counts.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used to take a week now takes about forty seconds.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URL paste to ranked accounts.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30175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8056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accounts per 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977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companies, scored &amp; cited.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30175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18388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stages per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3977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discover, analyze, act.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36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77240" y="52395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 latency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5595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Jarvis, always-on, hands-free.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4599432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736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480560" y="52395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55595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 controllable by voice.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4599432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F58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4736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183880" y="52395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55595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back to source, tiered by confidence.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Ballpark numbers grounded in the live product. Confirm against your own runs before quoting externally.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roadmap.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37160" cy="100584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(0-30 days)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auth, saved-scope sharing, CRM connectors beyond ProspectAccel, in-app onboarding.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37160" cy="100584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(30-60 days)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collaboration, comments on accounts, live pipeline dashboards for managers, weekly re-runs of saved scopes.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37160" cy="100584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(60-90 days)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voice with sub-second turn latency (OpenAI Realtime), auto-outreach sequences, and account-level buying-signal alerts.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82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Try it: http://localhost:3000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 Technologies  ·  Hackathon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1371600" cy="73152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Vee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Market Pulse — Hackathon 2026</dc:title>
  <dc:subject>PptxGenJS Presentation</dc:subject>
  <dc:creator>Vee Technologies</dc:creator>
  <cp:lastModifiedBy>Vee Technologies</cp:lastModifiedBy>
  <cp:revision>1</cp:revision>
  <dcterms:created xsi:type="dcterms:W3CDTF">2026-07-28T17:12:37Z</dcterms:created>
  <dcterms:modified xsi:type="dcterms:W3CDTF">2026-07-28T17:12:37Z</dcterms:modified>
</cp:coreProperties>
</file>